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>
        <p:scale>
          <a:sx n="75" d="100"/>
          <a:sy n="75" d="100"/>
        </p:scale>
        <p:origin x="9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96669A-157A-257C-3AB6-8861B18CF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1CEFC2-426E-385C-B09E-545548E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BD136A-EDE8-EABB-0DD3-1BD561FC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260875-C11B-38DA-148D-336B440A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3D8E81-D0C4-96FB-8DC0-BD8B1A0E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28546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4D647-A9ED-0912-C747-23B3E10E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190A87-389A-A739-74B0-5DC5B8B63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75717-B762-D251-D6E3-EB2E68DE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F45A9A-A199-DE80-F170-73C6AF3B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323827-13FC-644F-2E86-4C9916E0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5323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22DAB-3A8B-9C64-F94B-ADAEA42EA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1508FD-0D56-AEA4-3326-203E79346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B5E1F1-F5D1-21CD-B7A5-5CFDA1A6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684BC-26BB-DA1D-C170-72C3EB359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DFFC75-565A-CEE1-71F7-3D23BA51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5010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34D9A-5885-3E30-784D-D6E58B81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5B25E7-1D33-D1DF-4AD4-BA924B057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8A477E-13E9-66AB-4557-AE8A98437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261735-D4FF-CD5F-F6DD-402F7FC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4B8EB-E05E-8153-18EA-B3960F8C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4E585B-7C51-C68B-8515-4F6E46B7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591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3471C-E1F0-C48D-BB0C-0EF633B4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E48601-CA21-7BF1-6188-4C1298E63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9C5D1F-3958-FFC8-DAD6-260D43315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24881B-C147-C3C5-2971-DD940450C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EBA24B1-4B05-CB26-7CCA-846A17374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ACA8D6-DA52-5F03-2C28-99D28E17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D8E9903-6D9B-26B9-6B45-A7525B83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8996E0-80CF-D2BF-58F1-74301D72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2265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880B49-7208-F2D3-1B8F-31679BD5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BCD215-C7A4-3A24-C999-A66BB136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58B9D0-FDEA-2D88-2F9B-34598FFB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C7F0A6-53DF-79D4-2239-34E82E80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6229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3AB43B-5739-55F9-B471-34ECBA69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78FDC5-462F-9D40-A1A7-6DF8B0D3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DE9EAE-CFC2-932B-DD82-68E5A2E9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93696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63914D-4A6C-8BED-05C7-289260BB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FD32DB-5A3E-0DBF-FA79-F1ADC1DE3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EB75ED-D2D6-2D70-AF89-BF77721E4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74F4DA-5E4D-566C-6F90-8995FC07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53BF3E-FA92-A73F-A0E4-22A50073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6D5A50E-0DE4-A82F-5D72-C0E8F111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236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4E0AE-AE6F-3C2A-98B9-F4C25BEA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DD17D7A-401D-EC04-301D-95DECF3AA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4D83D3-C244-5F20-7E2D-9346A0D13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F74FED-DA14-58F7-0E1E-68658154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43670A-16FC-2824-BA8F-CB29FA7F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AA6D97-D206-6742-A9D0-54F71F80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3953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16B5E2-B9DB-7AEF-28AF-A07F81E4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1592A80-8CFC-25F9-70B2-2E0705A91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182793-E6E2-AA5A-597F-7D8E7D81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F75C4B-13BA-B8A6-AAAC-E6EC50EB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FB56CE-EE0D-9463-31D8-6D506AFD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8387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F662E9-54B9-DAE4-0E67-C47F17601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786410-1828-F0FD-6F9C-4E7D9AFAF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AD1FF8-57F4-6C29-2A86-4B086F09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861A99-E1C1-63D9-1BDB-9805CE5C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2F113B-A0E0-CF06-29CE-885820A0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30093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EC2F3C9-B42F-3284-06D3-E5FF5A8D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E75356-AD0B-F932-89CD-58950104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35B74F-4F25-07FB-423E-A1A16234C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242975-669C-4109-A0BD-ED1D012F2594}" type="datetimeFigureOut">
              <a:rPr lang="en-AT" smtClean="0"/>
              <a:t>07/05/2026</a:t>
            </a:fld>
            <a:endParaRPr lang="en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DD174E-86D8-795A-334E-C9F4B8181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54BD01-AD45-EED3-3BA4-5EAD30703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48429-4E7A-4C98-96F4-1E03F1D849BD}" type="slidenum">
              <a:rPr lang="en-AT" smtClean="0"/>
              <a:t>‹Nr.›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0402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CC3195-7237-4A6D-ECC9-6A81081DFD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AT" sz="4400" dirty="0"/>
              <a:t>REST API mit ASP.NET Core</a:t>
            </a:r>
            <a:br>
              <a:rPr lang="de-AT" sz="4400" dirty="0"/>
            </a:br>
            <a:r>
              <a:rPr lang="de-AT" sz="4400" dirty="0"/>
              <a:t>(Inhalte vom 07.05.2026)</a:t>
            </a:r>
            <a:endParaRPr lang="en-AT" sz="4400" dirty="0"/>
          </a:p>
        </p:txBody>
      </p:sp>
    </p:spTree>
    <p:extLst>
      <p:ext uri="{BB962C8B-B14F-4D97-AF65-F5344CB8AC3E}">
        <p14:creationId xmlns:p14="http://schemas.microsoft.com/office/powerpoint/2010/main" val="272623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9DBF11-E590-1956-93EF-EF1FB8FE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Themen</a:t>
            </a:r>
            <a:endParaRPr lang="en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BC12E6-3DD0-2304-CD0A-937BA239F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SQLite Datenbank hinzugefügt</a:t>
            </a:r>
          </a:p>
          <a:p>
            <a:r>
              <a:rPr lang="de-AT" dirty="0" err="1"/>
              <a:t>DbContext</a:t>
            </a:r>
            <a:r>
              <a:rPr lang="de-AT" dirty="0"/>
              <a:t> und Model Klasse Rechnung</a:t>
            </a:r>
          </a:p>
          <a:p>
            <a:r>
              <a:rPr lang="de-AT" dirty="0"/>
              <a:t>Migration und Update Database</a:t>
            </a:r>
          </a:p>
          <a:p>
            <a:r>
              <a:rPr lang="de-AT" dirty="0"/>
              <a:t>Controller zu Rechnung: </a:t>
            </a:r>
            <a:r>
              <a:rPr lang="de-AT" dirty="0" err="1"/>
              <a:t>Scaffolding</a:t>
            </a:r>
            <a:endParaRPr lang="de-AT" dirty="0"/>
          </a:p>
          <a:p>
            <a:r>
              <a:rPr lang="de-AT" dirty="0"/>
              <a:t>Eigener einfacher Controller (</a:t>
            </a:r>
            <a:r>
              <a:rPr lang="de-AT" dirty="0" err="1"/>
              <a:t>DateTime</a:t>
            </a:r>
            <a:r>
              <a:rPr lang="de-AT" dirty="0"/>
              <a:t>)</a:t>
            </a:r>
          </a:p>
          <a:p>
            <a:r>
              <a:rPr lang="de-AT" dirty="0"/>
              <a:t>Rechnung-Controller anpassen</a:t>
            </a:r>
          </a:p>
          <a:p>
            <a:r>
              <a:rPr lang="de-AT" dirty="0"/>
              <a:t>Eigenes Service verwenden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93480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REST API mit ASP.NET Core (Inhalte vom 07.05.2026)</vt:lpstr>
      <vt:lpstr>Themen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ZAMBAL</dc:creator>
  <cp:lastModifiedBy>Sebastian ZAMBAL</cp:lastModifiedBy>
  <cp:revision>1</cp:revision>
  <dcterms:created xsi:type="dcterms:W3CDTF">2026-05-07T13:56:42Z</dcterms:created>
  <dcterms:modified xsi:type="dcterms:W3CDTF">2026-05-07T13:56:58Z</dcterms:modified>
</cp:coreProperties>
</file>